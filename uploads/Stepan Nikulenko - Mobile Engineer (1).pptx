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Montserrat Extra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5400">
          <p15:clr>
            <a:srgbClr val="9AA0A6"/>
          </p15:clr>
        </p15:guide>
        <p15:guide id="4" pos="34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5400"/>
        <p:guide pos="34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MontserratExtraLight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ExtraLight-italic.fntdata"/><Relationship Id="rId25" Type="http://schemas.openxmlformats.org/officeDocument/2006/relationships/font" Target="fonts/MontserratExtraLight-bold.fntdata"/><Relationship Id="rId27" Type="http://schemas.openxmlformats.org/officeDocument/2006/relationships/font" Target="fonts/MontserratExtra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1b9652c4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1b9652c4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Websites, interactive games,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1b9652c4e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e1b9652c4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e1b9652c4e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e1b9652c4e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e1b9652c4e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e1b9652c4e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Based on RN starter project made by me in 2019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Overseeing the project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Worked on performance improvements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gradient solutions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Re-render profiling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Worked on analytic tracking system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e1b9652c4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e1b9652c4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Native SDK implementations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LotameDMP - data tracker and analytics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SAS CI360 SDK - analytics, notifications </a:t>
            </a:r>
            <a:r>
              <a:rPr lang="en"/>
              <a:t>campaigns</a:t>
            </a:r>
            <a:r>
              <a:rPr lang="en"/>
              <a:t>, in-app segmented ad spots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Made RN bridge to </a:t>
            </a:r>
            <a:r>
              <a:rPr lang="en"/>
              <a:t>communicate</a:t>
            </a:r>
            <a:r>
              <a:rPr lang="en"/>
              <a:t> and show some UI </a:t>
            </a:r>
            <a:r>
              <a:rPr lang="en"/>
              <a:t>handled</a:t>
            </a:r>
            <a:r>
              <a:rPr lang="en"/>
              <a:t> by nate SDK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ThreatMetrix SDK - cybersecurity risk manager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Bitrise for </a:t>
            </a:r>
            <a:r>
              <a:rPr lang="en"/>
              <a:t>Continuous</a:t>
            </a:r>
            <a:r>
              <a:rPr lang="en"/>
              <a:t> Integrations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Lottie animations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Barcode scanner to scan Aeromexico tickets to fill form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Dynamic form creator based on partners </a:t>
            </a:r>
            <a:r>
              <a:rPr lang="en"/>
              <a:t>requirements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1b9652c4e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e1b9652c4e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Legacy code base from React web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UI animations and performance </a:t>
            </a:r>
            <a:r>
              <a:rPr lang="en"/>
              <a:t>enhancement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Team of 12 </a:t>
            </a:r>
            <a:r>
              <a:rPr lang="en"/>
              <a:t>developers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Sleepless nights to get to a deadline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e1b9652c4e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e1b9652c4e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Google Maps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Custom image carousel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e1b9652c4e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e1b9652c4e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Google Maps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Successfully implemented a native SDK that enables precise user tracking through GSM network technology.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This application is designed to assist track drivers in finding suitable merchants for transportation between destinations, complete with tracking capabilities and additional benefits.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e1b9652c4e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e1b9652c4e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212475" y="2177225"/>
            <a:ext cx="4441200" cy="5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>
                <a:solidFill>
                  <a:srgbClr val="EFEFE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Stepan Nikulenko</a:t>
            </a:r>
            <a:endParaRPr sz="3280">
              <a:solidFill>
                <a:srgbClr val="EFEFE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853507" y="2592475"/>
            <a:ext cx="3800100" cy="3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3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Mobile Engineer</a:t>
            </a:r>
            <a:endParaRPr sz="23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550064" y="740425"/>
            <a:ext cx="2808900" cy="2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293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Me in a nutshell.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602600" y="1507000"/>
            <a:ext cx="59388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I'm passionate about technology, life, nature, and music.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602600" y="2153175"/>
            <a:ext cx="59388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My first approach to a digital world was from an early age when my father bought the first computer which I constantly broke into pieces.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0" y="-50"/>
            <a:ext cx="840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0" y="5067175"/>
            <a:ext cx="9144000" cy="7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602600" y="3191750"/>
            <a:ext cx="5938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After few years of assembling new computers from what I could get I started to learn networking and OS administration. Then a friend of mine told me about Macromedia Flash 4 which woke my passion for programming.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550064" y="740425"/>
            <a:ext cx="1796700" cy="2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459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Project types.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602600" y="1507000"/>
            <a:ext cx="5938800" cy="26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Retail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Customers loyalty and 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rewards 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program applications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Tourism and traveling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0" y="-50"/>
            <a:ext cx="840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0" y="5067175"/>
            <a:ext cx="9144000" cy="7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3359675" y="2668600"/>
            <a:ext cx="3353400" cy="58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2934325" y="2280925"/>
            <a:ext cx="3275400" cy="582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LATEST PROJECTS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86300" y="3336850"/>
            <a:ext cx="19800" cy="172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8500100" y="296175"/>
            <a:ext cx="72600" cy="1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897613" y="3411808"/>
            <a:ext cx="2043600" cy="1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8362678" y="445025"/>
            <a:ext cx="353700" cy="3537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547286" y="740425"/>
            <a:ext cx="4137600" cy="2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459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Ace Hardware rewards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7615299" y="492875"/>
            <a:ext cx="1053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 ExtraLight"/>
                <a:ea typeface="Montserrat ExtraLight"/>
                <a:cs typeface="Montserrat ExtraLight"/>
                <a:sym typeface="Montserrat ExtraLight"/>
              </a:rPr>
              <a:t>2021</a:t>
            </a:r>
            <a:endParaRPr sz="190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8362678" y="445025"/>
            <a:ext cx="353700" cy="353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547286" y="740425"/>
            <a:ext cx="2576700" cy="2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459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Club Premier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6514576" y="492875"/>
            <a:ext cx="215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 ExtraLight"/>
                <a:ea typeface="Montserrat ExtraLight"/>
                <a:cs typeface="Montserrat ExtraLight"/>
                <a:sym typeface="Montserrat ExtraLight"/>
              </a:rPr>
              <a:t>2018-2021</a:t>
            </a:r>
            <a:endParaRPr sz="190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50" y="1818198"/>
            <a:ext cx="1539480" cy="3325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9967" y="1818198"/>
            <a:ext cx="1539480" cy="3325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0985" y="1818198"/>
            <a:ext cx="1539480" cy="3325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3020" y="1822289"/>
            <a:ext cx="1539480" cy="3325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2002" y="1822289"/>
            <a:ext cx="1539480" cy="3325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8362678" y="445025"/>
            <a:ext cx="353700" cy="3537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547277" y="740425"/>
            <a:ext cx="2197200" cy="2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459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Aeromexico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6514576" y="492875"/>
            <a:ext cx="215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 ExtraLight"/>
                <a:ea typeface="Montserrat ExtraLight"/>
                <a:cs typeface="Montserrat ExtraLight"/>
                <a:sym typeface="Montserrat ExtraLight"/>
              </a:rPr>
              <a:t>2017-2018</a:t>
            </a:r>
            <a:endParaRPr sz="190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8362678" y="445025"/>
            <a:ext cx="353700" cy="353700"/>
          </a:xfrm>
          <a:prstGeom prst="ellipse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547268" y="740425"/>
            <a:ext cx="4201200" cy="2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459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Guia Arqui Buenos Aires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7615299" y="492875"/>
            <a:ext cx="1053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 ExtraLight"/>
                <a:ea typeface="Montserrat ExtraLight"/>
                <a:cs typeface="Montserrat ExtraLight"/>
                <a:sym typeface="Montserrat ExtraLight"/>
              </a:rPr>
              <a:t>2016</a:t>
            </a:r>
            <a:endParaRPr sz="190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/>
          <p:nvPr/>
        </p:nvSpPr>
        <p:spPr>
          <a:xfrm>
            <a:off x="8362678" y="445025"/>
            <a:ext cx="353700" cy="353700"/>
          </a:xfrm>
          <a:prstGeom prst="ellipse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547275" y="740425"/>
            <a:ext cx="1555500" cy="2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459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Humber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6522501" y="492875"/>
            <a:ext cx="2145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 ExtraLight"/>
                <a:ea typeface="Montserrat ExtraLight"/>
                <a:cs typeface="Montserrat ExtraLight"/>
                <a:sym typeface="Montserrat ExtraLight"/>
              </a:rPr>
              <a:t>2016-2017</a:t>
            </a:r>
            <a:endParaRPr sz="190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/>
          <p:nvPr/>
        </p:nvSpPr>
        <p:spPr>
          <a:xfrm>
            <a:off x="548950" y="770050"/>
            <a:ext cx="8023500" cy="360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type="title"/>
          </p:nvPr>
        </p:nvSpPr>
        <p:spPr>
          <a:xfrm>
            <a:off x="2934325" y="2280925"/>
            <a:ext cx="3275400" cy="582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OTHER PROJECTS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86300" y="3336850"/>
            <a:ext cx="19800" cy="172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8500100" y="296175"/>
            <a:ext cx="72600" cy="1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